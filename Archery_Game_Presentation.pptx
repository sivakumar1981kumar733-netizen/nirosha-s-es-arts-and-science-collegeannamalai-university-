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Archery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Introduction to the Ancient 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Archery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Archery dates back to the Stone Age</a:t>
            </a:r>
          </a:p>
          <a:p>
            <a:r>
              <a:t>• Initially used for hunting and combat</a:t>
            </a:r>
          </a:p>
          <a:p>
            <a:r>
              <a:t>• Became an organized sport in the 16th century</a:t>
            </a:r>
          </a:p>
          <a:p>
            <a:r>
              <a:t>• Now an Olympic sport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Bow: Recurve, Compound, Longbow</a:t>
            </a:r>
          </a:p>
          <a:p>
            <a:r>
              <a:t>• Arrows: Carbon, Aluminum, Wooden</a:t>
            </a:r>
          </a:p>
          <a:p>
            <a:r>
              <a:t>• Protective Gear: Arm guard, Finger tab, Chest guard</a:t>
            </a:r>
          </a:p>
          <a:p>
            <a:r>
              <a:t>• Target: Standard concentric circle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of Archery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Each archer shoots a set number of arrows per round</a:t>
            </a:r>
          </a:p>
          <a:p>
            <a:r>
              <a:t>• Scoring based on where the arrow hits the target</a:t>
            </a:r>
          </a:p>
          <a:p>
            <a:r>
              <a:t>• Matches may be individual or team-based</a:t>
            </a:r>
          </a:p>
          <a:p>
            <a:r>
              <a:t>• Safety rules are strictly followed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Archery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focus and concentration</a:t>
            </a:r>
          </a:p>
          <a:p>
            <a:r>
              <a:t>• Enhances upper body strength</a:t>
            </a:r>
          </a:p>
          <a:p>
            <a:r>
              <a:t>• Boosts hand-eye coordination</a:t>
            </a:r>
          </a:p>
          <a:p>
            <a:r>
              <a:t>• Encourages patience and discipline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Archery is more than just a sport—it’s a blend of history, skill, and discipline.</a:t>
            </a:r>
          </a:p>
          <a:p>
            <a:r>
              <a:t>It continues to inspire people worldwide as both a recreational and competitive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